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1db06cd69_0_0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1db06cd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1db06cd69_0_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81db06cd6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81db06cd69_0_1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81db06cd6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81db06cd69_0_1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81db06cd6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1db06cd69_0_2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81db06cd6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1db06cd69_0_2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81db06cd6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1db06cd69_0_3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81db06cd6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9108d1a88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9108d1a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9108d1a88_0_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9108d1a8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9108d1a88_0_1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89108d1a8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1db06cd69_0_4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81db06cd69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1db06cd69_0_4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81db06cd6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81db06cd69_0_5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81db06cd6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 title="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 title="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 title="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 title="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 title="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21" title="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 title="1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3" title="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4" title="1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5" title="1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