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81db06cd69_0_0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81db06cd6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81db06cd69_0_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81db06cd6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81db06cd69_0_1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81db06cd69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81db06cd69_0_1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81db06cd69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81db06cd69_0_2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81db06cd69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81db06cd69_0_2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81db06cd69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81db06cd69_0_3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81db06cd69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89108d1a88_0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89108d1a8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89108d1a88_0_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89108d1a8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89108d1a88_0_1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89108d1a88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81db06cd69_0_4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81db06cd69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81db06cd69_0_4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81db06cd69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81db06cd69_0_5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81db06cd69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Relationship Id="rId4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 title="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3" name="Google Shape;63;p14" title="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0" name="Google Shape;70;p15" title="3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7" name="Google Shape;77;p16" title="4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8" name="Google Shape;88;p18" title="6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5" name="Google Shape;95;p19" title="7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6" name="Google Shape;106;p21" title="9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2" title="10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2"/>
          <p:cNvSpPr/>
          <p:nvPr/>
        </p:nvSpPr>
        <p:spPr>
          <a:xfrm>
            <a:off x="2069075" y="2706125"/>
            <a:ext cx="5313300" cy="1812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22"/>
          <p:cNvSpPr/>
          <p:nvPr/>
        </p:nvSpPr>
        <p:spPr>
          <a:xfrm>
            <a:off x="1758100" y="2870875"/>
            <a:ext cx="3081000" cy="1717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4" name="Google Shape;114;p22" title="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51938" y="1364437"/>
            <a:ext cx="5840123" cy="4129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3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23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1" name="Google Shape;121;p23" title="9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8" name="Google Shape;128;p24" title="10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5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5" name="Google Shape;135;p25" title="1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